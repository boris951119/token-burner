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SWE-bench Lite resolved 率（%）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SWE-bench resolved</c:v>
                </c:pt>
              </c:strCache>
            </c:strRef>
          </c:tx>
          <c:spPr>
            <a:solidFill>
              <a:srgbClr val="D6C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C7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修复前基线
(50 例, 9/7)</c:v>
                  </c:pt>
                  <c:pt idx="1">
                    <c:v>环境域修复后
(同域新样本 5 例, 9/14)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token-burner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一句需求 → 一个可运行的 Web 项目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多智能体项目团队系统 · v2.0 竞赛版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1231 项自动化测试</a:t>
            </a:r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ARC-Bench 官方容器实弹 6 次运行</a:t>
            </a:r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1231→1225 项回归全绿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4754880" cy="0"/>
          </a:xfrm>
          <a:prstGeom prst="line">
            <a:avLst/>
          </a:prstGeom>
          <a:noFill/>
          <a:ln w="3175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989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 your tokens on fire!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会写代码，但不等于能交付系统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BEDE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黑盒生成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提示词进去、代码出来，过程不可审计、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质量全凭模型心情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15968" y="17373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BEDE3"/>
          </a:solidFill>
          <a:ln/>
        </p:spPr>
      </p:sp>
      <p:sp>
        <p:nvSpPr>
          <p:cNvPr id="8" name="Text 6"/>
          <p:cNvSpPr/>
          <p:nvPr/>
        </p:nvSpPr>
        <p:spPr>
          <a:xfrm>
            <a:off x="4544568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集成无人管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4568" y="2423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每个文件单看都对，拼在一起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import 断裂、种子丢失、接口漂移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BEDE3"/>
          </a:solidFill>
          <a:ln/>
        </p:spPr>
      </p:sp>
      <p:sp>
        <p:nvSpPr>
          <p:cNvPr id="11" name="Text 9"/>
          <p:cNvSpPr/>
          <p:nvPr/>
        </p:nvSpPr>
        <p:spPr>
          <a:xfrm>
            <a:off x="8311896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成本失控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11896" y="2423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多模型接力没有预算闸门，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一次长跑烧穿钱包才发现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token-burner 的答案：</a:t>
            </a:r>
            <a:pPr indent="0" marL="0">
              <a:buNone/>
            </a:pPr>
            <a:r>
              <a:rPr lang="en-US" sz="19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把「生成」交给多模型流水线，把「信任」交给确定性验证层——</a:t>
            </a:r>
            <a:pPr indent="0" marL="0">
              <a:buNone/>
            </a:pPr>
            <a:r>
              <a:rPr lang="en-US" sz="19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七个零 LLM 审计器 + 两段式验收 + 模型链全链保护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定位：面向 ARC-Bench 类「需求 → 可运行 Web 应用」基准与生产场景的自治开发团队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生产流水线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八段流水线：每段有闸门，每步可审计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评估路由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三分类+难度分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3664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20824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10" name="Text 8"/>
          <p:cNvSpPr/>
          <p:nvPr/>
        </p:nvSpPr>
        <p:spPr>
          <a:xfrm>
            <a:off x="2093976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93976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组队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93976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三模型互异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93008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方案讨论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66160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PM+双评审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65192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20" name="Text 18"/>
          <p:cNvSpPr/>
          <p:nvPr/>
        </p:nvSpPr>
        <p:spPr>
          <a:xfrm>
            <a:off x="5038344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38344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模块拆分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38344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接口契约先行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0216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37376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10528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逐模块循环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10528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写码→测试→门禁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909560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30" name="Text 28"/>
          <p:cNvSpPr/>
          <p:nvPr/>
        </p:nvSpPr>
        <p:spPr>
          <a:xfrm>
            <a:off x="7982712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82712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机械组装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982712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register 蓝图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44584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381744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</p:sp>
      <p:sp>
        <p:nvSpPr>
          <p:cNvPr id="35" name="Text 33"/>
          <p:cNvSpPr/>
          <p:nvPr/>
        </p:nvSpPr>
        <p:spPr>
          <a:xfrm>
            <a:off x="9454896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454896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两段式验收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454896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冒烟+旅程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16768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853928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40" name="Text 38"/>
          <p:cNvSpPr/>
          <p:nvPr/>
        </p:nvSpPr>
        <p:spPr>
          <a:xfrm>
            <a:off x="10927080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927080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0927080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代码+测试+看板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3977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规模分层：</a:t>
            </a:r>
            <a:pPr indent="0" marL="0">
              <a:buNone/>
            </a:pPr>
            <a:r>
              <a:rPr lang="en-US" sz="15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讨论阶段只读 FOLDER 级摘要（keep 实测 26% 体量），拆分与开发阶段才消费 ATOMIC 全文——117~143 需求的大型应用不撞模型推理墙钟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548640" y="48006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数据边界：</a:t>
            </a:r>
            <a:pPr indent="0" marL="0">
              <a:buNone/>
            </a:pPr>
            <a:r>
              <a:rPr lang="en-US" sz="15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需求/反馈/生成代码全部按不可信输入包裹（防提示注入）；双执行模式：安全模式不执行生成代码 / 自动模式 Docker 沙箱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流程对应实现：app/pipeline.py · app/agents/dev_loop.py · app/arcbench_smoke.py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逐模块开发循环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写一块、验一块、锁一块——不攒到最后一起错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566928" cy="5669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5880" y="21214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只写本模块：职责+接口契约注入提示词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66928" cy="5669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532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写测试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按同一契约生成本模块测试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566928" cy="5669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47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3741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接口门禁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25880" y="380390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代码符号必须与契约一致，防改名/私有化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566928" cy="5669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2153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25880" y="464515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真实运行本模块测试，FAIL_TO_PASS 逐条校验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29784"/>
            <a:ext cx="566928" cy="566928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9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50566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修复/冻结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325880" y="54864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修复轮耗尽→冻结本模块，管线继续其余模块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589520" y="1783080"/>
            <a:ext cx="4023360" cy="4023360"/>
          </a:xfrm>
          <a:prstGeom prst="roundRect">
            <a:avLst>
              <a:gd name="adj" fmla="val 2045"/>
            </a:avLst>
          </a:prstGeom>
          <a:solidFill>
            <a:srgbClr val="1B110A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为什么逐模块而不是一次写完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863840" y="26517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5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错误在产生的模块内就地暴露，</a:t>
            </a:r>
            <a:endParaRPr lang="en-US" sz="15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而不是集成时才炸</a:t>
            </a:r>
            <a:endParaRPr lang="en-US" sz="1550" dirty="0"/>
          </a:p>
          <a:p>
            <a:pPr indent="0" marL="0"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5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单模块失败冻结继续——</a:t>
            </a:r>
            <a:endParaRPr lang="en-US" sz="15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部分交付仍可评测拿分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863840" y="5029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實測：Train Ticket 143 需求规模，模块开发全程在官方容器完成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确定性验证层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七类审计器：零 LLM、纯机械、由实弹失败取证驱动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1183112" cy="621792"/>
          </a:xfrm>
          <a:prstGeom prst="rect">
            <a:avLst/>
          </a:prstGeom>
          <a:solidFill>
            <a:srgbClr val="FBEDE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审计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880360" y="16276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DDL vs SQL 列名 diff（INSERT/WHERE/SELECT/表名/限定引用，5 类检查）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0" y="1627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r13/r15 连续命中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2768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包结构审计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880360" y="227685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import 名 ↔ 实际包名映射 + 空壳包识别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0" y="22768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keep3/gen-3 命中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871216"/>
            <a:ext cx="11183112" cy="621792"/>
          </a:xfrm>
          <a:prstGeom prst="rect">
            <a:avLst/>
          </a:prstGeom>
          <a:solidFill>
            <a:srgbClr val="FBEDE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符号级导入审计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880360" y="29260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X import sym 静态验证 sym 在 X 内有定义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keep3 auth_bp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5753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机械垫片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880360" y="357530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命名漂移 → 自动生成 re-export 垫片（零 LLM 修复）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0" y="35753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gen-3 家族终结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169664"/>
            <a:ext cx="11183112" cy="621792"/>
          </a:xfrm>
          <a:prstGeom prst="rect">
            <a:avLst/>
          </a:prstGeom>
          <a:solidFill>
            <a:srgbClr val="FBEDE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24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子模块自动绑定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2880360" y="42245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X import X 缺 __init__ 绑定 → 自动补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4224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keep4 seed_data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8737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内存哨兵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880360" y="487375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应用峰值内存 &gt;512MB 判 FAIL（官方 2GB 环境）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0" y="48737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 2G 裁决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468112"/>
            <a:ext cx="11183112" cy="621792"/>
          </a:xfrm>
          <a:prstGeom prst="rect">
            <a:avLst/>
          </a:prstGeom>
          <a:solidFill>
            <a:srgbClr val="FBEDE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22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轨迹取证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2880360" y="55229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smoke/旅程失败自动带应用侧 traceback（file:line）注入修复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5522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r12/r13/r15 定位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每一类都由一次真实运行失败取证驱动，并在真实交付物上回归验证——不是设计出来的，是打出来的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模型韧性体系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网关退化窗口里，也要把活干完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7C2D1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全链保护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单模型超时 → 编队内其余模型自动接力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（ModelChainExhausted 专类型，备胎不再裸奔）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01568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BEDE3"/>
          </a:solidFill>
          <a:ln/>
        </p:spPr>
      </p:sp>
      <p:sp>
        <p:nvSpPr>
          <p:cNvPr id="8" name="Text 6"/>
          <p:cNvSpPr/>
          <p:nvPr/>
        </p:nvSpPr>
        <p:spPr>
          <a:xfrm>
            <a:off x="3602736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模块级冻结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02736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单模块 LLM 全灭 → 冻结该模块、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管线继续其余模块（部分交付 &gt; 归零）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BEDE3"/>
          </a:solidFill>
          <a:ln/>
        </p:spPr>
      </p:sp>
      <p:sp>
        <p:nvSpPr>
          <p:cNvPr id="11" name="Text 9"/>
          <p:cNvSpPr/>
          <p:nvPr/>
        </p:nvSpPr>
        <p:spPr>
          <a:xfrm>
            <a:off x="6455664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优雅降级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55664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验收失败 → 报告完整保留、干净退出，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绝不崩穿平台进程（官方容器实证）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07424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BEDE3"/>
          </a:solidFill>
          <a:ln/>
        </p:spPr>
      </p:sp>
      <p:sp>
        <p:nvSpPr>
          <p:cNvPr id="14" name="Text 12"/>
          <p:cNvSpPr/>
          <p:nvPr/>
        </p:nvSpPr>
        <p:spPr>
          <a:xfrm>
            <a:off x="9308592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配置锚定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308592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 随提交包锚定 + 官方中转站编制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自动补全——备胎链不依赖运行目录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为什么重要：</a:t>
            </a:r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官方环境容器内没有 config.json 也能跑——编制自动补全 + 全链保护 + 模块冻结三层兜底。四连败的全部单点故障已消除，并有 6 项回归测试锁死。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实证：generation-2/4 两次失败 → 四件套修复提交 2cf88f6/e5e99f6，回归 1225→1231 passed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两个规模武器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看图做事，大题小做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BEDE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视觉转写通道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需求树内嵌参考截图（reference/*.png）自动经视觉模型转写为结构化中文描述，注入需求文本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官方视觉通道优先：平台注入 VISUAL_MODEL=gpt-5.5（gen-4 容器日志取证），中转站 kimi/minimax 兜底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keep 应用 22 张截图实测全识别；缓存 + 幻觉防线（无效图绝不上发）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1B110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920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分层讨论管线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5146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讨论阶段只吃 FOLDER 级摘要：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实测 17,125 → 4,495 字符（26%）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拆分/开发阶段才消费 ATOMIC 全文——细节不丢，只是不去讨论阶段凑热闹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117~143 需求的大型应用不撞模型推理墙钟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成本治理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名字叫 token-burner，做的是让每一枚 token 烧得值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¥15-30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 Ticket 单任务实测成本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（750k~1.2M token）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01568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01568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单任务预算总闸（可配置）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超支即干净中止、可续跑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54496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层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254496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护栏：总闸→讨论轮数→循环检测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→修复上限→收敛→输出截断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07424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07424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 token 审计：logs/cost_report.json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逐模型/逐阶段落盘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91672" cy="0"/>
          </a:xfrm>
          <a:prstGeom prst="line">
            <a:avLst/>
          </a:prstGeom>
          <a:noFill/>
          <a:ln w="12700">
            <a:solidFill>
              <a:srgbClr val="E7DD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06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成本纪律：</a:t>
            </a:r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每次实弹运行的平台计费单都留档（¥15.85 / ¥20.22 / ¥24.50 / ¥29.62），环境类失败由预检闸门零 token 拦截——烧钱之前先证明值得烧。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缓存与 Researcher 缓存节省量独立统计；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预算语义：超支 → 干净中止 + 现场落盘 + 断点续跑（r11 实战验证）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实弹战绩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所有数字都来自真实运行，可复核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次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046720" y="18013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官方容器实弹运行（Train Ticket 143 需求 ×4 + Keep 45 需求 ×2）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27523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046720" y="27706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实弹暴露并修复的产品缺陷（全部带回归测试）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0" y="37216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8/8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46720" y="3739896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keep4 模块完整交付（管线层面，验收拒收于符号漂移——已加审计）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4690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1225→1231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046720" y="4709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通宵迭代期间回归测试净增 6 项，全程全绿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口径说明：SWE-bench 为仓库根 pytest 简化验证（非官方 harness）；同批补丁可交官方复评。数据源：NIGHT_REPORT.md §四/§十五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ARC-Bench 契约对齐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官方容器实弹验证过的每一条边界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676656"/>
          </a:xfrm>
          <a:prstGeom prst="rect">
            <a:avLst/>
          </a:prstGeom>
          <a:solidFill>
            <a:srgbClr val="FBEDE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642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需求摄取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66420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requirements.yaml（FOLDER/ATOMIC）→ 管线文本，FOLDER 对齐模块、ATOMIC 对齐验收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参考截图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2377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reference/*.png → 官方视觉通道（VISUAL_MODEL）转写注入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026664"/>
            <a:ext cx="11183112" cy="676656"/>
          </a:xfrm>
          <a:prstGeom prst="rect">
            <a:avLst/>
          </a:prstGeom>
          <a:solidFill>
            <a:srgbClr val="FBEDE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906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过程上报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309067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事件 → 官方 SDK（事件流 + traceability + git），本地无 SDK 自动 no-op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8039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运行契约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38039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 环境变量 / GET /api/health 200 / 首页 200 / 启动即灌种子（helpers.ts 精确字符串）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453128"/>
            <a:ext cx="11183112" cy="676656"/>
          </a:xfrm>
          <a:prstGeom prst="rect">
            <a:avLst/>
          </a:prstGeom>
          <a:solidFill>
            <a:srgbClr val="FBEDE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171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环境对齐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451713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Linux 容器依赖装通；2GB 内存哨兵；143 需求全流程 3.5h 实测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230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交付弹性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52303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单模块失败冻结继续；部分交付仍进 Playwright 评测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取证来源：gen-1~6 官方容器运行日志（submission_dir / runner spec / meter 计费单）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冲刺路线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距离初赛开题 7 天，距离提交截止 16 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2821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BEDE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282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9/15-16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系列迭代至全链 PASS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760720" y="1691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分层管线 + 七审计器 + 全链保护首次合体（进行中）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BEDE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243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9/17-18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94560" y="25877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功能冻结 + 彩排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760720" y="258775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提交包冻结；模拟 docker 全流程彩排；检查清单走查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0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94560" y="348386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初赛开题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760720" y="348386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下载赛题 → 实弹首单 → 拿平台真实基线（配额/口径/时限三问已备）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BEDE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1655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9/22-29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94560" y="437997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数据驱动迭代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760720" y="437997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每日：平台反馈 → 修复 → 重交（按配额节奏）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BEDE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126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9/30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194560" y="52760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提交截止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760720" y="527608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最终版本确认 + 提交状态核验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冻结原则：</a:t>
            </a:r>
            <a:pPr indent="0" marL="0"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9/17 后不加新功能，只做稳定性与提交可靠性——比赛交的是能跑的系统，不是功能清单。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 your tokens on fire!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烧的是 token，交付的是信任。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轮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实弹演练迭代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01568" y="4297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401568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缺陷修复带测试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54496" y="4297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254496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回归测试全绿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07424" y="4297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天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107424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至初赛开题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token-burner · AI 多智能体项目团队系统 · ARC-Bench 参赛作品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token-burner 产品介绍</dc:title>
  <dc:subject>PptxGenJS Presentation</dc:subject>
  <dc:creator>token-burner</dc:creator>
  <cp:lastModifiedBy>token-burner</cp:lastModifiedBy>
  <cp:revision>1</cp:revision>
  <dcterms:created xsi:type="dcterms:W3CDTF">2026-09-15T06:19:50Z</dcterms:created>
  <dcterms:modified xsi:type="dcterms:W3CDTF">2026-09-15T06:19:50Z</dcterms:modified>
</cp:coreProperties>
</file>