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93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E293B"/>
                </a:solidFill>
                <a:latin typeface="Arial"/>
              </a:rPr>
              <a:t>SWE-bench Lite resolved 率（%）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SWE-bench resolved</c:v>
                </c:pt>
              </c:strCache>
            </c:strRef>
          </c:tx>
          <c:spPr>
            <a:solidFill>
              <a:srgbClr val="D6C7B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6C7B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41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修复前基线
(50 例)</c:v>
                  </c:pt>
                  <c:pt idx="1">
                    <c:v>环境域修复后
(同域新样本 5 例)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</c:v>
                </c:pt>
                <c:pt idx="1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17320"/>
            <a:ext cx="10972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2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token-burner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548640" y="2697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一句需求 → 一个可运行的 Web 项目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3429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多智能体项目团队系统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4754880" cy="0"/>
          </a:xfrm>
          <a:prstGeom prst="line">
            <a:avLst/>
          </a:prstGeom>
          <a:noFill/>
          <a:ln w="31750">
            <a:solidFill>
              <a:srgbClr val="C241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4663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 项自动化测试</a:t>
            </a:r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60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轮实弹迭代</a:t>
            </a:r>
            <a:pPr indent="0" marL="0">
              <a:buNone/>
            </a:pPr>
            <a:r>
              <a:rPr lang="en-US" sz="16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</a:t>
            </a:r>
            <a:pPr indent="0" marL="0">
              <a:buNone/>
            </a:pPr>
            <a:r>
              <a:rPr lang="en-US" sz="160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六层成本护栏 + 七类确定性审计器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5989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 your tokens on fire!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为什么做这个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 会写代码，但不等于能交付系统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黑盒生成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提示词进去、代码出来，过程不可审计、质量全凭模型状态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4315968" y="17373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BEDE3"/>
          </a:solidFill>
          <a:ln/>
        </p:spPr>
      </p:sp>
      <p:sp>
        <p:nvSpPr>
          <p:cNvPr id="8" name="Text 6"/>
          <p:cNvSpPr/>
          <p:nvPr/>
        </p:nvSpPr>
        <p:spPr>
          <a:xfrm>
            <a:off x="4544568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集成无人管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544568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文件单看都对，拼在一起 import 断裂、数据丢失、接口漂移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8083296" y="1737360"/>
            <a:ext cx="3474720" cy="1965960"/>
          </a:xfrm>
          <a:prstGeom prst="roundRect">
            <a:avLst>
              <a:gd name="adj" fmla="val 3721"/>
            </a:avLst>
          </a:prstGeom>
          <a:solidFill>
            <a:srgbClr val="FBEDE3"/>
          </a:solidFill>
          <a:ln/>
        </p:spPr>
      </p:sp>
      <p:sp>
        <p:nvSpPr>
          <p:cNvPr id="11" name="Text 9"/>
          <p:cNvSpPr/>
          <p:nvPr/>
        </p:nvSpPr>
        <p:spPr>
          <a:xfrm>
            <a:off x="8311896" y="19202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成本失控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311896" y="2423160"/>
            <a:ext cx="30175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多模型接力没有预算闸门，一次长跑烧穿钱包才发现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548640" y="416052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token-burner 的答案：</a:t>
            </a:r>
            <a:pPr indent="0" marL="0">
              <a:buNone/>
            </a:pPr>
            <a:r>
              <a:rPr lang="en-US" sz="19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把「生成」交给多模型流水线，把「信任」交给确定性验证层——</a:t>
            </a:r>
            <a:pPr indent="0" marL="0">
              <a:buNone/>
            </a:pPr>
            <a:r>
              <a:rPr lang="en-US" sz="19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七个零 LLM 审计器 + 两段式验收 + 模型链全链保护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48640" y="52578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定位：面向「需求 → 可运行 Web 应用」场景的自治开发团队系统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生产流水线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八段流水线：每段有闸门，每步可审计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21792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评估路由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21792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三分类+难度分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83664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020824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10" name="Text 8"/>
          <p:cNvSpPr/>
          <p:nvPr/>
        </p:nvSpPr>
        <p:spPr>
          <a:xfrm>
            <a:off x="2093976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093976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组队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093976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三模型互异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55848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93008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66160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方案讨论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566160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PM+双评审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28032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65192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20" name="Text 18"/>
          <p:cNvSpPr/>
          <p:nvPr/>
        </p:nvSpPr>
        <p:spPr>
          <a:xfrm>
            <a:off x="5038344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38344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模块拆分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5038344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接口契约先行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0216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437376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</p:sp>
      <p:sp>
        <p:nvSpPr>
          <p:cNvPr id="25" name="Text 23"/>
          <p:cNvSpPr/>
          <p:nvPr/>
        </p:nvSpPr>
        <p:spPr>
          <a:xfrm>
            <a:off x="6510528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510528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逐模块循环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510528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写码→测试→门禁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772400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909560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30" name="Text 28"/>
          <p:cNvSpPr/>
          <p:nvPr/>
        </p:nvSpPr>
        <p:spPr>
          <a:xfrm>
            <a:off x="7982712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982712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机械组装</a:t>
            </a:r>
            <a:endParaRPr lang="en-US" sz="1350" dirty="0"/>
          </a:p>
        </p:txBody>
      </p:sp>
      <p:sp>
        <p:nvSpPr>
          <p:cNvPr id="32" name="Text 30"/>
          <p:cNvSpPr/>
          <p:nvPr/>
        </p:nvSpPr>
        <p:spPr>
          <a:xfrm>
            <a:off x="7982712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register 蓝图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244584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9381744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C2410C"/>
          </a:solidFill>
          <a:ln/>
        </p:spPr>
      </p:sp>
      <p:sp>
        <p:nvSpPr>
          <p:cNvPr id="35" name="Text 33"/>
          <p:cNvSpPr/>
          <p:nvPr/>
        </p:nvSpPr>
        <p:spPr>
          <a:xfrm>
            <a:off x="9454896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454896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两段式验收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9454896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冒烟+旅程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10716768" y="265176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853928" y="2103120"/>
            <a:ext cx="1389888" cy="1371600"/>
          </a:xfrm>
          <a:prstGeom prst="roundRect">
            <a:avLst>
              <a:gd name="adj" fmla="val 4000"/>
            </a:avLst>
          </a:prstGeom>
          <a:solidFill>
            <a:srgbClr val="FBEDE3"/>
          </a:solidFill>
          <a:ln/>
        </p:spPr>
      </p:sp>
      <p:sp>
        <p:nvSpPr>
          <p:cNvPr id="40" name="Text 38"/>
          <p:cNvSpPr/>
          <p:nvPr/>
        </p:nvSpPr>
        <p:spPr>
          <a:xfrm>
            <a:off x="10927080" y="215798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10927080" y="2487168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10927080" y="2971800"/>
            <a:ext cx="1243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代码+测试+看板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48640" y="397764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规模分层：</a:t>
            </a:r>
            <a:pPr indent="0" marL="0">
              <a:buNone/>
            </a:pPr>
            <a:r>
              <a:rPr lang="en-US" sz="15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讨论阶段只读 FOLDER 级摘要（大型项目实测 26% 体量），拆分与开发阶段才消费 ATOMIC 全文——大规模需求不撞模型推理墙钟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548640" y="480060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安全边界：</a:t>
            </a:r>
            <a:pPr indent="0" marL="0">
              <a:buNone/>
            </a:pPr>
            <a:r>
              <a:rPr lang="en-US" sz="15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需求/反馈/生成代码全部按不可信输入包裹（防提示注入）；安全模式不执行生成代码 / 自动模式 Docker 沙箱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实现：app/pipeline.py · app/agents/dev_loop.py · app/arcbench_smoke.py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逐模块开发循环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写一块、验一块、锁一块——不攒到最后一起错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64792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325880" y="16916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325880" y="2121408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只写本模块：职责+接口契约注入提示词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606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325880" y="2532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写测试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296265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按同一契约生成本模块测试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447288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44728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325880" y="3374136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接口门禁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325880" y="3803904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代码符号必须与契约一致，防改名/私有化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66928" cy="566928"/>
          </a:xfrm>
          <a:prstGeom prst="ellipse">
            <a:avLst/>
          </a:prstGeom>
          <a:solidFill>
            <a:srgbClr val="C2410C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325880" y="421538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325880" y="4645152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真实运行本模块测试，逐条校验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5129784"/>
            <a:ext cx="566928" cy="566928"/>
          </a:xfrm>
          <a:prstGeom prst="ellipse">
            <a:avLst/>
          </a:prstGeom>
          <a:solidFill>
            <a:srgbClr val="7C2D12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51297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325880" y="505663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修复/冻结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325880" y="5486400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修复轮耗尽→冻结本模块，管线继续其余模块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589520" y="1783080"/>
            <a:ext cx="4023360" cy="4023360"/>
          </a:xfrm>
          <a:prstGeom prst="roundRect">
            <a:avLst>
              <a:gd name="adj" fmla="val 2045"/>
            </a:avLst>
          </a:prstGeom>
          <a:solidFill>
            <a:srgbClr val="1B110A"/>
          </a:solidFill>
          <a:ln/>
        </p:spPr>
      </p:sp>
      <p:sp>
        <p:nvSpPr>
          <p:cNvPr id="25" name="Text 23"/>
          <p:cNvSpPr/>
          <p:nvPr/>
        </p:nvSpPr>
        <p:spPr>
          <a:xfrm>
            <a:off x="7863840" y="20116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为什么逐模块而不是一次写完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7863840" y="26517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错误在产生的模块内就地暴露，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而不是集成时才炸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单模块失败冻结继续——</a:t>
            </a:r>
            <a:endParaRPr lang="en-US" sz="15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部分交付仍可评测拿分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确定性验证层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七类审计器：零 LLM、纯机械、由实弹失败取证驱动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72768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schema 审计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2880360" y="162763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DDL vs SQL 列名 diff（5 类检查）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326880" y="162763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多轮实弹命中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4008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包结构审计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2880360" y="227685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import 名 ↔ 实际包名映射 + 空壳包识别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326880" y="227685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keep 系列命中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2871216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符号级导入审计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2880360" y="2926080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from X import sym 静态验证 sym 在 X 内有定义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326880" y="29260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auth_bp 案例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575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机械垫片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2880360" y="357530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命名漂移 → 自动生成 re-export 垫片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0" y="3575304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 家族终结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02920" y="4169664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224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子模块自动绑定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2880360" y="4224528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同名子模块属性缺失自动补绑定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326880" y="4224528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seed_data 案例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4873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内存哨兵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2880360" y="4873752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应用峰值内存超限判不合格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326880" y="4873752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生产环境对齐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02920" y="5468112"/>
            <a:ext cx="11183112" cy="621792"/>
          </a:xfrm>
          <a:prstGeom prst="rect">
            <a:avLst/>
          </a:prstGeom>
          <a:solidFill>
            <a:srgbClr val="FBEDE3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5522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轨迹取证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2880360" y="5522976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失败自动携带应用侧 traceback（file:line）注入修复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0" y="5522976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三次实弹定位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每一类都由真实运行失败取证驱动，并在真实交付物上回归验证——不是设计出来的，是打出来的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模型韧性体系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网关退化窗口里，也要把活干完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7C2D12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全链保护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49808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DE8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单模型超时 → 编队内其余模型自动接力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DE3"/>
          </a:solidFill>
          <a:ln/>
        </p:spPr>
      </p:sp>
      <p:sp>
        <p:nvSpPr>
          <p:cNvPr id="8" name="Text 6"/>
          <p:cNvSpPr/>
          <p:nvPr/>
        </p:nvSpPr>
        <p:spPr>
          <a:xfrm>
            <a:off x="3602736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模块级冻结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3602736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单模块 LLM 全灭 → 冻结该模块、管线继续其余模块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54496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DE3"/>
          </a:solidFill>
          <a:ln/>
        </p:spPr>
      </p:sp>
      <p:sp>
        <p:nvSpPr>
          <p:cNvPr id="11" name="Text 9"/>
          <p:cNvSpPr/>
          <p:nvPr/>
        </p:nvSpPr>
        <p:spPr>
          <a:xfrm>
            <a:off x="6455664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优雅降级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455664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验收失败 → 报告完整保留、干净退出，绝不崩穿宿主进程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07424" y="1737360"/>
            <a:ext cx="2651760" cy="2377440"/>
          </a:xfrm>
          <a:prstGeom prst="roundRect">
            <a:avLst>
              <a:gd name="adj" fmla="val 3077"/>
            </a:avLst>
          </a:prstGeom>
          <a:solidFill>
            <a:srgbClr val="FBEDE3"/>
          </a:solidFill>
          <a:ln/>
        </p:spPr>
      </p:sp>
      <p:sp>
        <p:nvSpPr>
          <p:cNvPr id="14" name="Text 12"/>
          <p:cNvSpPr/>
          <p:nvPr/>
        </p:nvSpPr>
        <p:spPr>
          <a:xfrm>
            <a:off x="9308592" y="193852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配置锚定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308592" y="246888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配置随提交包锚定 + 官方中转站编制自动补全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为什么重要：</a:t>
            </a:r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任何运行环境（云端/本地/容器）都可能出现网关退化、单模型下线、配置缺失——四层兜底确保系统在任何环境下都能继续工作，有 6 项回归测试锁死。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实证：多轮实弹迭代中，四次单点故障全部被韧性层拦截，零数据丢失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两个规模武器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看图做事，大题小做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视觉转写通道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需求树内嵌参考截图自动经视觉模型转写为结构化中文描述，注入需求文本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支持多视觉端点优先级（环境变量注入 &gt; 中转站内置 &gt; 手动指定）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 张截图实测全识别；缓存 + 幻觉防线（无效图绝不上发）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263640" y="1691640"/>
            <a:ext cx="5486400" cy="4114800"/>
          </a:xfrm>
          <a:prstGeom prst="roundRect">
            <a:avLst>
              <a:gd name="adj" fmla="val 2000"/>
            </a:avLst>
          </a:prstGeom>
          <a:solidFill>
            <a:srgbClr val="1B110A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920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分层讨论管线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537960" y="2514600"/>
            <a:ext cx="49377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讨论阶段只吃 FOLDER 级摘要：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大型项目实测 17,125 → 4,495 字符（26%）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拆分/开发阶段才消费 ATOMIC 全文——细节不丢，只是不去讨论阶段挤占推理预算</a:t>
            </a: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endParaRPr lang="en-US" sz="14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大规模需求不撞模型推理墙钟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成本治理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名字叫 token-burner，做的是让每一枚 token 烧得值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¥15-30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单任务实测成本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（750k~1.2M token）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401568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2,000,000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401568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单任务预算总闸（可配置）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超支即干净中止、可续跑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254496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层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6254496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护栏：总闸→讨论轮数→循环检测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→修复上限→收敛→输出截断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07424" y="182880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9107424" y="2743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全程 token 审计：logs/cost_report.json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逐模型/逐阶段落盘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11091672" cy="0"/>
          </a:xfrm>
          <a:prstGeom prst="line">
            <a:avLst/>
          </a:prstGeom>
          <a:noFill/>
          <a:ln w="12700">
            <a:solidFill>
              <a:srgbClr val="E7DDD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420624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成本纪律：</a:t>
            </a:r>
            <a:pPr indent="0" marL="0">
              <a:buNone/>
            </a:pPr>
            <a:r>
              <a:rPr lang="en-US" sz="16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每次实弹运行的计费单都留档。环境类失败由预检闸门零 token 拦截——烧钱之前先证明值得烧。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521208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 缓存与描述缓存节省量独立统计；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预算语义：超支 → 干净中止 + 现场落盘 + 断点续跑（实战验证）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实测数据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所有数字都来自真实运行，可复核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37360"/>
          <a:ext cx="51206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035040" y="178308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轮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8046720" y="1801368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实弹演练迭代（含多模型编制/视觉通道/分层讨论等变量控制）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035040" y="2752344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8046720" y="2770632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实弹暴露并修复的产品缺陷（全部带回归测试）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035040" y="3721608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8046720" y="3739896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自动化回归测试全绿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035040" y="4690872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¥15-30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8046720" y="470916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单任务实测成本区间（750k~1.2M token）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647395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口径说明：SWE-bench 为仓库根 pytest 简化验证（非官方 harness）。数据源：NIGHT_REPORT.md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2410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核心能力总结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三层防御 × 两个规模武器 × 一条成本护栏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FBEDE3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69164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逐模块开发循环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69164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写一块、验一块、锁一块——错误就地暴露，不攒到最后一起错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441448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E8DDD5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2441448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确定性审计器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331720" y="2441448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七类零 LLM 机械检查：schema/包结构/符号导入/内存哨兵/轨迹取证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191256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FBEDE3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91256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模型韧性体系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331720" y="3191256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全链保护 + 模块级冻结 + 优雅降级——任何单点故障不拖死全局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941064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E8DDD5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3941064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视觉转写通道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331720" y="3941064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参考截图 → 结构化描述注入——支持多模态需求输入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4690872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FBEDE3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469087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分层讨论管线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4690872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讨论吃摘要、开发吃全文——大规模需求不撞推理墙钟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645920" cy="530352"/>
          </a:xfrm>
          <a:prstGeom prst="roundRect">
            <a:avLst>
              <a:gd name="adj" fmla="val 8621"/>
            </a:avLst>
          </a:prstGeom>
          <a:solidFill>
            <a:srgbClr val="E8DDD5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5440680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成本六层护栏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331720" y="5440680"/>
            <a:ext cx="9326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191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预算总闸 + 循环检测 + 修复上限——成本上界开始前确定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355080"/>
            <a:ext cx="110916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以上能力均由 17 轮实弹迭代取证驱动，1231 项回归测试全绿——不是设计文档里的架构图，是跑出来的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11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2024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Set your tokens on fire!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DF6E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烧的是 token，交付的是信任。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 轮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548640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实弹演练迭代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401568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3401568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缺陷修复带测试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254496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1231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254496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回归测试全绿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07424" y="42976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层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9107424" y="50749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C7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防御体系（审计+韧性+成本）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8716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token-burner · AI 多智能体项目团队系统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token-burner 产品介绍</dc:title>
  <dc:subject>PptxGenJS Presentation</dc:subject>
  <dc:creator>token-burner</dc:creator>
  <cp:lastModifiedBy>token-burner</cp:lastModifiedBy>
  <cp:revision>1</cp:revision>
  <dcterms:created xsi:type="dcterms:W3CDTF">2026-09-15T20:11:51Z</dcterms:created>
  <dcterms:modified xsi:type="dcterms:W3CDTF">2026-09-15T20:11:51Z</dcterms:modified>
</cp:coreProperties>
</file>